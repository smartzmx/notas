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2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1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22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1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7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86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66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0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5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98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88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B3F54-911D-4556-B440-BC4649CBF088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2AFB6-C518-4902-B84E-41A9C4F6EA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96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25" y="213756"/>
            <a:ext cx="10719460" cy="602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91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asuarez</dc:creator>
  <cp:lastModifiedBy>asuarez</cp:lastModifiedBy>
  <cp:revision>2</cp:revision>
  <dcterms:created xsi:type="dcterms:W3CDTF">2020-03-26T02:26:43Z</dcterms:created>
  <dcterms:modified xsi:type="dcterms:W3CDTF">2020-03-26T03:54:41Z</dcterms:modified>
</cp:coreProperties>
</file>